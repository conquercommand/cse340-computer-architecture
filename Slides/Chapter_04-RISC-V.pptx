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099300" cy="10234600"/>
  <p:embeddedFontLst>
    <p:embeddedFont>
      <p:font typeface="Corbel"/>
      <p:regular r:id="rId50"/>
      <p:bold r:id="rId51"/>
      <p:italic r:id="rId52"/>
      <p:boldItalic r:id="rId53"/>
    </p:embeddedFont>
    <p:embeddedFont>
      <p:font typeface="Oi"/>
      <p:regular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29A09B-BCE0-4EA4-8A96-444B096E2237}">
  <a:tblStyle styleId="{5729A09B-BCE0-4EA4-8A96-444B096E223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.fntdata"/><Relationship Id="rId50" Type="http://schemas.openxmlformats.org/officeDocument/2006/relationships/font" Target="fonts/Corbel-regular.fntdata"/><Relationship Id="rId53" Type="http://schemas.openxmlformats.org/officeDocument/2006/relationships/font" Target="fonts/Corbel-boldItalic.fntdata"/><Relationship Id="rId52" Type="http://schemas.openxmlformats.org/officeDocument/2006/relationships/font" Target="fonts/Corbel-italic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Oi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21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21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1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1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1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21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1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21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21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21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21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1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1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1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21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21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21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21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21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1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1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1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1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21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21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21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1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21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21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21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22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22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22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22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2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2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2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2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22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22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22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22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22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23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23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23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23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23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23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3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23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3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23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3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23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23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23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23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23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23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3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23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23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3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3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3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23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23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3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3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3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23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23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23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3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3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3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24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28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34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{5729A09B-BCE0-4EA4-8A96-444B096E2237}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35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{5729A09B-BCE0-4EA4-8A96-444B096E2237}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43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43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{5729A09B-BCE0-4EA4-8A96-444B096E2237}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4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4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4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48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49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5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51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1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1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x1, 0(x0)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8(x0)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		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16(x0)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x3,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x3, 24(x0)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		x5, x1,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		x5, 32(x0)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51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51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1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Oi"/>
                <a:ea typeface="Oi"/>
                <a:cs typeface="Oi"/>
                <a:sym typeface="Oi"/>
              </a:rPr>
              <a:t>x4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51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51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1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1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51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53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54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5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47" name="Google Shape;747;p55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