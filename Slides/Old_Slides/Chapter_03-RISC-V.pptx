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7099300" cy="10234600"/>
  <p:embeddedFontLst>
    <p:embeddedFont>
      <p:font typeface="Corbel"/>
      <p:regular r:id="rId34"/>
      <p:bold r:id="rId35"/>
      <p:italic r:id="rId36"/>
      <p:boldItalic r:id="rId37"/>
    </p:embeddedFont>
    <p:embeddedFont>
      <p:font typeface="Tahoma"/>
      <p:regular r:id="rId38"/>
      <p:bold r:id="rId39"/>
    </p:embeddedFon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bold.fntdata"/><Relationship Id="rId12" Type="http://schemas.openxmlformats.org/officeDocument/2006/relationships/slide" Target="slides/slide6.xml"/><Relationship Id="rId34" Type="http://schemas.openxmlformats.org/officeDocument/2006/relationships/font" Target="fonts/Corbel-regular.fntdata"/><Relationship Id="rId15" Type="http://schemas.openxmlformats.org/officeDocument/2006/relationships/slide" Target="slides/slide9.xml"/><Relationship Id="rId37" Type="http://schemas.openxmlformats.org/officeDocument/2006/relationships/font" Target="fonts/Corbel-boldItalic.fntdata"/><Relationship Id="rId14" Type="http://schemas.openxmlformats.org/officeDocument/2006/relationships/slide" Target="slides/slide8.xml"/><Relationship Id="rId36" Type="http://schemas.openxmlformats.org/officeDocument/2006/relationships/font" Target="fonts/Corbel-italic.fntdata"/><Relationship Id="rId17" Type="http://schemas.openxmlformats.org/officeDocument/2006/relationships/slide" Target="slides/slide11.xml"/><Relationship Id="rId39" Type="http://schemas.openxmlformats.org/officeDocument/2006/relationships/font" Target="fonts/Tahoma-bold.fntdata"/><Relationship Id="rId16" Type="http://schemas.openxmlformats.org/officeDocument/2006/relationships/slide" Target="slides/slide10.xml"/><Relationship Id="rId38" Type="http://schemas.openxmlformats.org/officeDocument/2006/relationships/font" Target="fonts/Tahom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Denormal Numbers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000...0 ⇒ hidden bit is 0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684212" y="2565400"/>
            <a:ext cx="7772400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than normal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for gradual underflow, with diminishing 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Denormal with fraction = 000...0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3132137" y="5589587"/>
            <a:ext cx="2287587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862" y="31946"/>
                </a:moveTo>
                <a:lnTo>
                  <a:pt x="4574" y="2678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 of 0.0!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916112"/>
            <a:ext cx="48641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5150" y="4868862"/>
            <a:ext cx="4833937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8" name="Google Shape;318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29" name="Google Shape;329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51" name="Google Shape;351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73" name="Google Shape;373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84" name="Google Shape;384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407" name="Google Shape;407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