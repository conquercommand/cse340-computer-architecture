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5AD17C-3958-47EC-AABF-B156DD5E9601}">
  <a:tblStyle styleId="{E25AD17C-3958-47EC-AABF-B156DD5E96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{E25AD17C-3958-47EC-AABF-B156DD5E9601}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{E25AD17C-3958-47EC-AABF-B156DD5E9601}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